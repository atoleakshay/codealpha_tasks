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931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6830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9132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0493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7651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214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103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141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366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1690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941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5442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0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Phishing Attacks: Recognition &amp; Prevention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Protect Yourself from Cybercriminals</a:t>
            </a:r>
          </a:p>
          <a:p>
            <a:endParaRPr/>
          </a:p>
          <a:p>
            <a:r>
              <a:t>E-Learning Module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Phishing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• What is Phishing?</a:t>
            </a:r>
          </a:p>
          <a:p>
            <a:r>
              <a:t>• Why is it a major cybersecurity threat?</a:t>
            </a:r>
          </a:p>
          <a:p>
            <a:r>
              <a:t>• Types of Phishing:</a:t>
            </a:r>
          </a:p>
          <a:p>
            <a:r>
              <a:t>  - Email Phishing</a:t>
            </a:r>
          </a:p>
          <a:p>
            <a:r>
              <a:t>  - Spear Phishing</a:t>
            </a:r>
          </a:p>
          <a:p>
            <a:r>
              <a:t>  - Whaling</a:t>
            </a:r>
          </a:p>
          <a:p>
            <a:r>
              <a:t>  - Smishing &amp; Vishing</a:t>
            </a:r>
          </a:p>
          <a:p>
            <a:r>
              <a:t>  - Clone Phishing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Recognizing Phishing Emails &amp; Websites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t>🚩 Red Flags in Emails:</a:t>
            </a:r>
          </a:p>
          <a:p>
            <a:r>
              <a:t>- Spelling &amp; grammar mistakes</a:t>
            </a:r>
          </a:p>
          <a:p>
            <a:r>
              <a:t>- Suspicious links</a:t>
            </a:r>
          </a:p>
          <a:p>
            <a:r>
              <a:t>- Urgency &amp; threats</a:t>
            </a:r>
          </a:p>
          <a:p>
            <a:r>
              <a:t>- Fake sender addresses</a:t>
            </a:r>
          </a:p>
          <a:p>
            <a:endParaRPr/>
          </a:p>
          <a:p>
            <a:r>
              <a:t>🌐 Spotting Fake Websites:</a:t>
            </a:r>
          </a:p>
          <a:p>
            <a:r>
              <a:t>- Check URL spelling</a:t>
            </a:r>
          </a:p>
          <a:p>
            <a:r>
              <a:t>- Look for HTTPS (but don’t rely solely on it)</a:t>
            </a:r>
          </a:p>
          <a:p>
            <a:r>
              <a:t>- Poor design &amp; broken links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Engineering Tactics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Psychological Tricks Used by Cybercriminals:</a:t>
            </a:r>
          </a:p>
          <a:p>
            <a:r>
              <a:t>  - Authority &amp; Fear</a:t>
            </a:r>
          </a:p>
          <a:p>
            <a:r>
              <a:t>  - Urgency &amp; Curiosity</a:t>
            </a:r>
          </a:p>
          <a:p>
            <a:r>
              <a:t>  - Trust Exploitation</a:t>
            </a:r>
          </a:p>
          <a:p>
            <a:endParaRPr/>
          </a:p>
          <a:p>
            <a:r>
              <a:t>• Real-Life Social Engineering Examples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Stay Safe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✅ For Individuals:</a:t>
            </a:r>
          </a:p>
          <a:p>
            <a:r>
              <a:t>- Think before you click</a:t>
            </a:r>
          </a:p>
          <a:p>
            <a:r>
              <a:t>- Verify requests directly</a:t>
            </a:r>
          </a:p>
          <a:p>
            <a:r>
              <a:t>- Use strong passwords &amp; MFA</a:t>
            </a:r>
          </a:p>
          <a:p>
            <a:endParaRPr/>
          </a:p>
          <a:p>
            <a:r>
              <a:t>✅ For Organizations:</a:t>
            </a:r>
          </a:p>
          <a:p>
            <a:r>
              <a:t>- Conduct phishing awareness training</a:t>
            </a:r>
          </a:p>
          <a:p>
            <a:r>
              <a:t>- Use email filtering tools</a:t>
            </a:r>
          </a:p>
          <a:p>
            <a:r>
              <a:t>- Run phishing simulations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to Do If You Fall Victim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Report the phishing attempt to IT/security teams</a:t>
            </a:r>
          </a:p>
          <a:p>
            <a:r>
              <a:t>2. Change passwords immediately</a:t>
            </a:r>
          </a:p>
          <a:p>
            <a:r>
              <a:t>3. Monitor accounts for unusual activity</a:t>
            </a:r>
          </a:p>
          <a:p>
            <a:r>
              <a:t>4. Scan your device for malware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Assessment &amp; Certification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Complete a phishing awareness test</a:t>
            </a:r>
          </a:p>
          <a:p>
            <a:r>
              <a:t>✅ Receive a certificate upon passing</a:t>
            </a:r>
          </a:p>
          <a:p>
            <a:endParaRPr/>
          </a:p>
          <a:p>
            <a:r>
              <a:t>Stay Safe &amp; Stay Aware!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14</TotalTime>
  <Words>237</Words>
  <Application>Microsoft Office PowerPoint</Application>
  <PresentationFormat>On-screen Show (4:3)</PresentationFormat>
  <Paragraphs>51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Gill Sans MT</vt:lpstr>
      <vt:lpstr>Gallery</vt:lpstr>
      <vt:lpstr>Phishing Attacks: Recognition &amp; Prevention</vt:lpstr>
      <vt:lpstr>Introduction to Phishing</vt:lpstr>
      <vt:lpstr>Recognizing Phishing Emails &amp; Websites</vt:lpstr>
      <vt:lpstr>Social Engineering Tactics</vt:lpstr>
      <vt:lpstr>How to Stay Safe</vt:lpstr>
      <vt:lpstr>What to Do If You Fall Victim</vt:lpstr>
      <vt:lpstr>Final Assessment &amp; Certification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Akshay Atole</cp:lastModifiedBy>
  <cp:revision>2</cp:revision>
  <dcterms:created xsi:type="dcterms:W3CDTF">2013-01-27T09:14:16Z</dcterms:created>
  <dcterms:modified xsi:type="dcterms:W3CDTF">2025-03-05T16:12:07Z</dcterms:modified>
  <cp:category/>
</cp:coreProperties>
</file>